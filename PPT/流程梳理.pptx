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8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2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339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78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7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71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61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58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37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43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692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23383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2387955" y="567211"/>
            <a:ext cx="2704501" cy="1570084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3746437" y="778813"/>
            <a:ext cx="3128145" cy="157052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7099079" y="567209"/>
            <a:ext cx="2704500" cy="1570083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5316544" y="779224"/>
            <a:ext cx="3128965" cy="157052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弧形 5"/>
          <p:cNvSpPr/>
          <p:nvPr userDrawn="1"/>
        </p:nvSpPr>
        <p:spPr>
          <a:xfrm>
            <a:off x="2766037" y="-3350933"/>
            <a:ext cx="6659920" cy="665992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椭圆 6"/>
          <p:cNvSpPr/>
          <p:nvPr userDrawn="1"/>
        </p:nvSpPr>
        <p:spPr>
          <a:xfrm>
            <a:off x="5990987" y="3218976"/>
            <a:ext cx="210024" cy="21002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92013763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464784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95BC49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63124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36518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66" y="0"/>
            <a:ext cx="140967" cy="962147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5" y="6617464"/>
            <a:ext cx="140967" cy="240536"/>
            <a:chOff x="281524" y="0"/>
            <a:chExt cx="105725" cy="721610"/>
          </a:xfrm>
          <a:solidFill>
            <a:srgbClr val="BF3420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695400" y="908720"/>
            <a:ext cx="46805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88907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15348" y="0"/>
            <a:ext cx="300985" cy="962147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76" y="6617464"/>
            <a:ext cx="300985" cy="240536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3563658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69783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993548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3609020"/>
            <a:ext cx="12192000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2099661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650553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99593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130221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405496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982054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88468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1BEE5-DDA9-4174-A0F6-9951D3FCEA1D}" type="datetimeFigureOut">
              <a:rPr lang="zh-CN" altLang="en-US" smtClean="0"/>
              <a:t>2018/3/5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82C1B-9A4F-405C-B63A-CE26BBD736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64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71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ransition spd="slow">
    <p:push dir="u"/>
  </p:transition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165333" y="3752654"/>
            <a:ext cx="786087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1219170"/>
            <a:r>
              <a:rPr lang="zh-CN" altLang="zh-CN" sz="2400" dirty="0">
                <a:solidFill>
                  <a:prstClr val="black"/>
                </a:solidFill>
                <a:latin typeface="Arial"/>
                <a:ea typeface="微软雅黑"/>
              </a:rPr>
              <a:t>基站维护</a:t>
            </a:r>
            <a:r>
              <a:rPr lang="zh-CN" altLang="zh-CN" sz="2400" dirty="0">
                <a:solidFill>
                  <a:prstClr val="black"/>
                </a:solidFill>
                <a:latin typeface="Arial"/>
                <a:ea typeface="微软雅黑"/>
              </a:rPr>
              <a:t>数据分析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/>
              </a:rPr>
              <a:t>项目</a:t>
            </a:r>
            <a:r>
              <a:rPr lang="en-US" altLang="zh-CN" sz="2400" dirty="0">
                <a:solidFill>
                  <a:prstClr val="black"/>
                </a:solidFill>
                <a:latin typeface="Arial"/>
                <a:ea typeface="微软雅黑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Arial"/>
                <a:ea typeface="微软雅黑"/>
              </a:rPr>
              <a:t>流程分析</a:t>
            </a:r>
            <a:endParaRPr lang="zh-CN" altLang="en-US" sz="3733" dirty="0">
              <a:solidFill>
                <a:srgbClr val="1A7BAE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409077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935428" y="1508788"/>
            <a:ext cx="2280249" cy="2280249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智能化实时告警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195790" y="1508790"/>
            <a:ext cx="2280249" cy="2280249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投诉小区模型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361" y="128634"/>
            <a:ext cx="5160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需求说明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565609" y="1508789"/>
            <a:ext cx="2280249" cy="2280249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小区指标模式库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825972" y="1508792"/>
            <a:ext cx="2280249" cy="2280249"/>
          </a:xfrm>
          <a:prstGeom prst="ellipse">
            <a:avLst/>
          </a:pr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投诉小区预测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35428" y="4111912"/>
            <a:ext cx="2280249" cy="1108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分钟粒度</a:t>
            </a:r>
            <a:endParaRPr lang="en-US" altLang="zh-CN" sz="1467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个指标</a:t>
            </a:r>
            <a:endParaRPr lang="en-US" altLang="zh-CN" sz="1467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</a:t>
            </a:r>
            <a:r>
              <a:rPr lang="en-US" altLang="zh-CN" sz="1467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时间聚类</a:t>
            </a:r>
            <a:endParaRPr lang="en-US" altLang="zh-CN" sz="1467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65609" y="4111912"/>
            <a:ext cx="2280249" cy="72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指标数压缩至</a:t>
            </a:r>
            <a:r>
              <a:rPr lang="en-US" altLang="zh-CN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 algn="ctr">
              <a:lnSpc>
                <a:spcPct val="150000"/>
              </a:lnSpc>
            </a:pP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收集训练集</a:t>
            </a:r>
            <a:endParaRPr lang="zh-CN" altLang="en-US" sz="1467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825972" y="4111912"/>
            <a:ext cx="2280249" cy="391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计算告警概率</a:t>
            </a:r>
            <a:endParaRPr lang="zh-CN" altLang="en-US" sz="1467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95789" y="4111912"/>
            <a:ext cx="2280249" cy="43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6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根据数据训练模型</a:t>
            </a:r>
            <a:endParaRPr lang="zh-CN" altLang="en-US" sz="1467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3148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5361" y="128634"/>
            <a:ext cx="5160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流程分析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24" y="840252"/>
            <a:ext cx="11394882" cy="54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819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5361" y="128634"/>
            <a:ext cx="5160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流程分析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5" y="881686"/>
            <a:ext cx="10363286" cy="57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60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51</Words>
  <Application>Microsoft Office PowerPoint</Application>
  <PresentationFormat>宽屏</PresentationFormat>
  <Paragraphs>15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Impact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cong x</dc:creator>
  <cp:lastModifiedBy>cong x</cp:lastModifiedBy>
  <cp:revision>8</cp:revision>
  <dcterms:created xsi:type="dcterms:W3CDTF">2018-03-05T02:06:04Z</dcterms:created>
  <dcterms:modified xsi:type="dcterms:W3CDTF">2018-03-06T16:28:45Z</dcterms:modified>
</cp:coreProperties>
</file>