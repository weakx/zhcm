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5" r:id="rId5"/>
    <p:sldId id="261" r:id="rId6"/>
    <p:sldId id="262" r:id="rId7"/>
    <p:sldId id="260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94FECC-1913-4030-93F3-81401896AEC7}" type="doc">
      <dgm:prSet loTypeId="urn:microsoft.com/office/officeart/2005/8/layout/pyramid2" loCatId="list" qsTypeId="urn:microsoft.com/office/officeart/2005/8/quickstyle/simple1" qsCatId="simple" csTypeId="urn:microsoft.com/office/officeart/2005/8/colors/accent1_2" csCatId="accent1" phldr="1"/>
      <dgm:spPr/>
    </dgm:pt>
    <dgm:pt modelId="{B29F8514-D44C-47D8-8BDB-564F6B88A14F}">
      <dgm:prSet phldrT="[文本]" custT="1"/>
      <dgm:spPr/>
      <dgm:t>
        <a:bodyPr/>
        <a:lstStyle/>
        <a:p>
          <a:r>
            <a:rPr lang="zh-CN" altLang="en-US" sz="4000" dirty="0" smtClean="0"/>
            <a:t>用户</a:t>
          </a:r>
          <a:endParaRPr lang="zh-CN" altLang="en-US" sz="4000" dirty="0"/>
        </a:p>
      </dgm:t>
    </dgm:pt>
    <dgm:pt modelId="{A4D51155-4861-4FD7-A7B5-BA582A5CEC15}" type="parTrans" cxnId="{C363D270-C66C-44FD-B0E1-2D213401134E}">
      <dgm:prSet/>
      <dgm:spPr/>
      <dgm:t>
        <a:bodyPr/>
        <a:lstStyle/>
        <a:p>
          <a:endParaRPr lang="zh-CN" altLang="en-US"/>
        </a:p>
      </dgm:t>
    </dgm:pt>
    <dgm:pt modelId="{4856FE60-0CCA-4E5C-9B74-2B28B655D1BC}" type="sibTrans" cxnId="{C363D270-C66C-44FD-B0E1-2D213401134E}">
      <dgm:prSet/>
      <dgm:spPr/>
      <dgm:t>
        <a:bodyPr/>
        <a:lstStyle/>
        <a:p>
          <a:endParaRPr lang="zh-CN" altLang="en-US"/>
        </a:p>
      </dgm:t>
    </dgm:pt>
    <dgm:pt modelId="{72F1D19E-160A-4AC3-9BEF-1F3363920EF4}">
      <dgm:prSet phldrT="[文本]" custT="1"/>
      <dgm:spPr/>
      <dgm:t>
        <a:bodyPr/>
        <a:lstStyle/>
        <a:p>
          <a:r>
            <a:rPr lang="zh-CN" altLang="en-US" sz="4000" dirty="0" smtClean="0"/>
            <a:t>业务</a:t>
          </a:r>
          <a:endParaRPr lang="zh-CN" altLang="en-US" sz="4000" dirty="0"/>
        </a:p>
      </dgm:t>
    </dgm:pt>
    <dgm:pt modelId="{C48AB541-D1BC-4D14-98E2-BA037ECF0A90}" type="parTrans" cxnId="{3B242206-C44A-4872-B061-D2903DC4FBC4}">
      <dgm:prSet/>
      <dgm:spPr/>
      <dgm:t>
        <a:bodyPr/>
        <a:lstStyle/>
        <a:p>
          <a:endParaRPr lang="zh-CN" altLang="en-US"/>
        </a:p>
      </dgm:t>
    </dgm:pt>
    <dgm:pt modelId="{C7F253F3-3EDD-4F36-A098-2E0C8BE4A612}" type="sibTrans" cxnId="{3B242206-C44A-4872-B061-D2903DC4FBC4}">
      <dgm:prSet/>
      <dgm:spPr/>
      <dgm:t>
        <a:bodyPr/>
        <a:lstStyle/>
        <a:p>
          <a:endParaRPr lang="zh-CN" altLang="en-US"/>
        </a:p>
      </dgm:t>
    </dgm:pt>
    <dgm:pt modelId="{0EB2D2D2-39C7-44DD-B5E2-B7851AE83F1B}">
      <dgm:prSet phldrT="[文本]" custT="1"/>
      <dgm:spPr/>
      <dgm:t>
        <a:bodyPr/>
        <a:lstStyle/>
        <a:p>
          <a:r>
            <a:rPr lang="zh-CN" altLang="en-US" sz="4000" dirty="0" smtClean="0"/>
            <a:t>网络</a:t>
          </a:r>
          <a:endParaRPr lang="zh-CN" altLang="en-US" sz="4000" dirty="0"/>
        </a:p>
      </dgm:t>
    </dgm:pt>
    <dgm:pt modelId="{2DCA0287-0475-4295-A0AE-2DF3117E0DE1}" type="parTrans" cxnId="{AE19BDC4-07FE-4D97-8B48-BCA3E191DD16}">
      <dgm:prSet/>
      <dgm:spPr/>
      <dgm:t>
        <a:bodyPr/>
        <a:lstStyle/>
        <a:p>
          <a:endParaRPr lang="zh-CN" altLang="en-US"/>
        </a:p>
      </dgm:t>
    </dgm:pt>
    <dgm:pt modelId="{E469FF4E-6BF3-47F8-8899-3127BAB7DA87}" type="sibTrans" cxnId="{AE19BDC4-07FE-4D97-8B48-BCA3E191DD16}">
      <dgm:prSet/>
      <dgm:spPr/>
      <dgm:t>
        <a:bodyPr/>
        <a:lstStyle/>
        <a:p>
          <a:endParaRPr lang="zh-CN" altLang="en-US"/>
        </a:p>
      </dgm:t>
    </dgm:pt>
    <dgm:pt modelId="{D15607E1-FF5C-4881-96EF-5D8D494E8974}">
      <dgm:prSet phldrT="[文本]"/>
      <dgm:spPr/>
      <dgm:t>
        <a:bodyPr/>
        <a:lstStyle/>
        <a:p>
          <a:r>
            <a:rPr lang="zh-CN" altLang="en-US" dirty="0" smtClean="0"/>
            <a:t>设备</a:t>
          </a:r>
          <a:endParaRPr lang="zh-CN" altLang="en-US" dirty="0"/>
        </a:p>
      </dgm:t>
    </dgm:pt>
    <dgm:pt modelId="{595CECE1-4FD2-44AB-A274-872D03450EE5}" type="parTrans" cxnId="{2F242FA3-8E74-47D1-B9E8-DE42CD6E7745}">
      <dgm:prSet/>
      <dgm:spPr/>
      <dgm:t>
        <a:bodyPr/>
        <a:lstStyle/>
        <a:p>
          <a:endParaRPr lang="zh-CN" altLang="en-US"/>
        </a:p>
      </dgm:t>
    </dgm:pt>
    <dgm:pt modelId="{60629774-E1A9-4B06-AD8E-B78921D3678A}" type="sibTrans" cxnId="{2F242FA3-8E74-47D1-B9E8-DE42CD6E7745}">
      <dgm:prSet/>
      <dgm:spPr/>
      <dgm:t>
        <a:bodyPr/>
        <a:lstStyle/>
        <a:p>
          <a:endParaRPr lang="zh-CN" altLang="en-US"/>
        </a:p>
      </dgm:t>
    </dgm:pt>
    <dgm:pt modelId="{E5F8A3A0-1C7D-484B-9D3A-02777E10CD4A}" type="pres">
      <dgm:prSet presAssocID="{7A94FECC-1913-4030-93F3-81401896AEC7}" presName="compositeShape" presStyleCnt="0">
        <dgm:presLayoutVars>
          <dgm:dir/>
          <dgm:resizeHandles/>
        </dgm:presLayoutVars>
      </dgm:prSet>
      <dgm:spPr/>
    </dgm:pt>
    <dgm:pt modelId="{E067FC08-350E-4F9B-8C7C-AD72F704F826}" type="pres">
      <dgm:prSet presAssocID="{7A94FECC-1913-4030-93F3-81401896AEC7}" presName="pyramid" presStyleLbl="node1" presStyleIdx="0" presStyleCnt="1"/>
      <dgm:spPr/>
    </dgm:pt>
    <dgm:pt modelId="{658FDADD-2B5F-425A-AF09-872E12D6E6A7}" type="pres">
      <dgm:prSet presAssocID="{7A94FECC-1913-4030-93F3-81401896AEC7}" presName="theList" presStyleCnt="0"/>
      <dgm:spPr/>
    </dgm:pt>
    <dgm:pt modelId="{AD81A360-9775-476B-BAEE-712AC9A33331}" type="pres">
      <dgm:prSet presAssocID="{B29F8514-D44C-47D8-8BDB-564F6B88A14F}" presName="aNode" presStyleLbl="fgAcc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AE07C60-8B2A-4346-B908-92BA626B3E5D}" type="pres">
      <dgm:prSet presAssocID="{B29F8514-D44C-47D8-8BDB-564F6B88A14F}" presName="aSpace" presStyleCnt="0"/>
      <dgm:spPr/>
    </dgm:pt>
    <dgm:pt modelId="{563C69BD-3631-421B-B964-85E457287092}" type="pres">
      <dgm:prSet presAssocID="{72F1D19E-160A-4AC3-9BEF-1F3363920EF4}" presName="aNode" presStyleLbl="fgAcc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A85979E-7B1A-4EBE-9183-924EFE6FE72B}" type="pres">
      <dgm:prSet presAssocID="{72F1D19E-160A-4AC3-9BEF-1F3363920EF4}" presName="aSpace" presStyleCnt="0"/>
      <dgm:spPr/>
    </dgm:pt>
    <dgm:pt modelId="{E2EE0C37-3997-4515-B67D-F7BC9B2A2D90}" type="pres">
      <dgm:prSet presAssocID="{0EB2D2D2-39C7-44DD-B5E2-B7851AE83F1B}" presName="aNode" presStyleLbl="fgAcc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104C8DA-FEFD-4D5C-A903-5305E58487DB}" type="pres">
      <dgm:prSet presAssocID="{0EB2D2D2-39C7-44DD-B5E2-B7851AE83F1B}" presName="aSpace" presStyleCnt="0"/>
      <dgm:spPr/>
    </dgm:pt>
    <dgm:pt modelId="{8A2299F7-DC64-4F1D-B598-2BE7D301DEFD}" type="pres">
      <dgm:prSet presAssocID="{D15607E1-FF5C-4881-96EF-5D8D494E8974}" presName="aNode" presStyleLbl="fgAcc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BA748E6-6C8C-417E-AC0B-A2A8CEFB3D44}" type="pres">
      <dgm:prSet presAssocID="{D15607E1-FF5C-4881-96EF-5D8D494E8974}" presName="aSpace" presStyleCnt="0"/>
      <dgm:spPr/>
    </dgm:pt>
  </dgm:ptLst>
  <dgm:cxnLst>
    <dgm:cxn modelId="{18E5B296-ECE9-47AF-A2FE-6DCA85D5DB46}" type="presOf" srcId="{0EB2D2D2-39C7-44DD-B5E2-B7851AE83F1B}" destId="{E2EE0C37-3997-4515-B67D-F7BC9B2A2D90}" srcOrd="0" destOrd="0" presId="urn:microsoft.com/office/officeart/2005/8/layout/pyramid2"/>
    <dgm:cxn modelId="{7CBA2397-BEE8-4E28-9329-ED007FF381B0}" type="presOf" srcId="{D15607E1-FF5C-4881-96EF-5D8D494E8974}" destId="{8A2299F7-DC64-4F1D-B598-2BE7D301DEFD}" srcOrd="0" destOrd="0" presId="urn:microsoft.com/office/officeart/2005/8/layout/pyramid2"/>
    <dgm:cxn modelId="{CFC306A5-2763-4CCF-908F-90E178A06C8F}" type="presOf" srcId="{72F1D19E-160A-4AC3-9BEF-1F3363920EF4}" destId="{563C69BD-3631-421B-B964-85E457287092}" srcOrd="0" destOrd="0" presId="urn:microsoft.com/office/officeart/2005/8/layout/pyramid2"/>
    <dgm:cxn modelId="{2F242FA3-8E74-47D1-B9E8-DE42CD6E7745}" srcId="{7A94FECC-1913-4030-93F3-81401896AEC7}" destId="{D15607E1-FF5C-4881-96EF-5D8D494E8974}" srcOrd="3" destOrd="0" parTransId="{595CECE1-4FD2-44AB-A274-872D03450EE5}" sibTransId="{60629774-E1A9-4B06-AD8E-B78921D3678A}"/>
    <dgm:cxn modelId="{9BFD98F1-E6E6-455B-99C8-02F219507112}" type="presOf" srcId="{7A94FECC-1913-4030-93F3-81401896AEC7}" destId="{E5F8A3A0-1C7D-484B-9D3A-02777E10CD4A}" srcOrd="0" destOrd="0" presId="urn:microsoft.com/office/officeart/2005/8/layout/pyramid2"/>
    <dgm:cxn modelId="{944DAE84-B6E2-4293-9347-12E0BD0A0C4F}" type="presOf" srcId="{B29F8514-D44C-47D8-8BDB-564F6B88A14F}" destId="{AD81A360-9775-476B-BAEE-712AC9A33331}" srcOrd="0" destOrd="0" presId="urn:microsoft.com/office/officeart/2005/8/layout/pyramid2"/>
    <dgm:cxn modelId="{AE19BDC4-07FE-4D97-8B48-BCA3E191DD16}" srcId="{7A94FECC-1913-4030-93F3-81401896AEC7}" destId="{0EB2D2D2-39C7-44DD-B5E2-B7851AE83F1B}" srcOrd="2" destOrd="0" parTransId="{2DCA0287-0475-4295-A0AE-2DF3117E0DE1}" sibTransId="{E469FF4E-6BF3-47F8-8899-3127BAB7DA87}"/>
    <dgm:cxn modelId="{C363D270-C66C-44FD-B0E1-2D213401134E}" srcId="{7A94FECC-1913-4030-93F3-81401896AEC7}" destId="{B29F8514-D44C-47D8-8BDB-564F6B88A14F}" srcOrd="0" destOrd="0" parTransId="{A4D51155-4861-4FD7-A7B5-BA582A5CEC15}" sibTransId="{4856FE60-0CCA-4E5C-9B74-2B28B655D1BC}"/>
    <dgm:cxn modelId="{3B242206-C44A-4872-B061-D2903DC4FBC4}" srcId="{7A94FECC-1913-4030-93F3-81401896AEC7}" destId="{72F1D19E-160A-4AC3-9BEF-1F3363920EF4}" srcOrd="1" destOrd="0" parTransId="{C48AB541-D1BC-4D14-98E2-BA037ECF0A90}" sibTransId="{C7F253F3-3EDD-4F36-A098-2E0C8BE4A612}"/>
    <dgm:cxn modelId="{D4458D7B-CC8A-4788-99F4-933A721D0040}" type="presParOf" srcId="{E5F8A3A0-1C7D-484B-9D3A-02777E10CD4A}" destId="{E067FC08-350E-4F9B-8C7C-AD72F704F826}" srcOrd="0" destOrd="0" presId="urn:microsoft.com/office/officeart/2005/8/layout/pyramid2"/>
    <dgm:cxn modelId="{9B470E7E-7864-4BF5-A9C8-6BFB9EAD1106}" type="presParOf" srcId="{E5F8A3A0-1C7D-484B-9D3A-02777E10CD4A}" destId="{658FDADD-2B5F-425A-AF09-872E12D6E6A7}" srcOrd="1" destOrd="0" presId="urn:microsoft.com/office/officeart/2005/8/layout/pyramid2"/>
    <dgm:cxn modelId="{3C40F17D-3216-4B0E-A4B8-AAC8A76B1AB3}" type="presParOf" srcId="{658FDADD-2B5F-425A-AF09-872E12D6E6A7}" destId="{AD81A360-9775-476B-BAEE-712AC9A33331}" srcOrd="0" destOrd="0" presId="urn:microsoft.com/office/officeart/2005/8/layout/pyramid2"/>
    <dgm:cxn modelId="{E9A0578B-E349-4FD1-8C0B-50C3F2E3F4F1}" type="presParOf" srcId="{658FDADD-2B5F-425A-AF09-872E12D6E6A7}" destId="{7AE07C60-8B2A-4346-B908-92BA626B3E5D}" srcOrd="1" destOrd="0" presId="urn:microsoft.com/office/officeart/2005/8/layout/pyramid2"/>
    <dgm:cxn modelId="{D3E2EBD1-11B3-4E50-8DB7-D4DB37B4BDBE}" type="presParOf" srcId="{658FDADD-2B5F-425A-AF09-872E12D6E6A7}" destId="{563C69BD-3631-421B-B964-85E457287092}" srcOrd="2" destOrd="0" presId="urn:microsoft.com/office/officeart/2005/8/layout/pyramid2"/>
    <dgm:cxn modelId="{3B343A6B-AC4B-4C18-91D5-467090EFCD4E}" type="presParOf" srcId="{658FDADD-2B5F-425A-AF09-872E12D6E6A7}" destId="{AA85979E-7B1A-4EBE-9183-924EFE6FE72B}" srcOrd="3" destOrd="0" presId="urn:microsoft.com/office/officeart/2005/8/layout/pyramid2"/>
    <dgm:cxn modelId="{E06016C1-EF10-43A8-8CE8-06908A6C3867}" type="presParOf" srcId="{658FDADD-2B5F-425A-AF09-872E12D6E6A7}" destId="{E2EE0C37-3997-4515-B67D-F7BC9B2A2D90}" srcOrd="4" destOrd="0" presId="urn:microsoft.com/office/officeart/2005/8/layout/pyramid2"/>
    <dgm:cxn modelId="{7C699F12-FFDF-4DD7-955B-A720C0025FD9}" type="presParOf" srcId="{658FDADD-2B5F-425A-AF09-872E12D6E6A7}" destId="{A104C8DA-FEFD-4D5C-A903-5305E58487DB}" srcOrd="5" destOrd="0" presId="urn:microsoft.com/office/officeart/2005/8/layout/pyramid2"/>
    <dgm:cxn modelId="{044BD11C-E9F8-498D-B2BD-E1E679C2AE50}" type="presParOf" srcId="{658FDADD-2B5F-425A-AF09-872E12D6E6A7}" destId="{8A2299F7-DC64-4F1D-B598-2BE7D301DEFD}" srcOrd="6" destOrd="0" presId="urn:microsoft.com/office/officeart/2005/8/layout/pyramid2"/>
    <dgm:cxn modelId="{85ABCF86-26CD-4DF2-82BC-967AD471071C}" type="presParOf" srcId="{658FDADD-2B5F-425A-AF09-872E12D6E6A7}" destId="{BBA748E6-6C8C-417E-AC0B-A2A8CEFB3D44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67FC08-350E-4F9B-8C7C-AD72F704F826}">
      <dsp:nvSpPr>
        <dsp:cNvPr id="0" name=""/>
        <dsp:cNvSpPr/>
      </dsp:nvSpPr>
      <dsp:spPr>
        <a:xfrm>
          <a:off x="948266" y="0"/>
          <a:ext cx="5418667" cy="5418667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81A360-9775-476B-BAEE-712AC9A33331}">
      <dsp:nvSpPr>
        <dsp:cNvPr id="0" name=""/>
        <dsp:cNvSpPr/>
      </dsp:nvSpPr>
      <dsp:spPr>
        <a:xfrm>
          <a:off x="3657599" y="542395"/>
          <a:ext cx="3522133" cy="96308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000" kern="1200" dirty="0" smtClean="0"/>
            <a:t>用户</a:t>
          </a:r>
          <a:endParaRPr lang="zh-CN" altLang="en-US" sz="4000" kern="1200" dirty="0"/>
        </a:p>
      </dsp:txBody>
      <dsp:txXfrm>
        <a:off x="3704613" y="589409"/>
        <a:ext cx="3428105" cy="869055"/>
      </dsp:txXfrm>
    </dsp:sp>
    <dsp:sp modelId="{563C69BD-3631-421B-B964-85E457287092}">
      <dsp:nvSpPr>
        <dsp:cNvPr id="0" name=""/>
        <dsp:cNvSpPr/>
      </dsp:nvSpPr>
      <dsp:spPr>
        <a:xfrm>
          <a:off x="3657599" y="1625864"/>
          <a:ext cx="3522133" cy="96308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000" kern="1200" dirty="0" smtClean="0"/>
            <a:t>业务</a:t>
          </a:r>
          <a:endParaRPr lang="zh-CN" altLang="en-US" sz="4000" kern="1200" dirty="0"/>
        </a:p>
      </dsp:txBody>
      <dsp:txXfrm>
        <a:off x="3704613" y="1672878"/>
        <a:ext cx="3428105" cy="869055"/>
      </dsp:txXfrm>
    </dsp:sp>
    <dsp:sp modelId="{E2EE0C37-3997-4515-B67D-F7BC9B2A2D90}">
      <dsp:nvSpPr>
        <dsp:cNvPr id="0" name=""/>
        <dsp:cNvSpPr/>
      </dsp:nvSpPr>
      <dsp:spPr>
        <a:xfrm>
          <a:off x="3657599" y="2709333"/>
          <a:ext cx="3522133" cy="96308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000" kern="1200" dirty="0" smtClean="0"/>
            <a:t>网络</a:t>
          </a:r>
          <a:endParaRPr lang="zh-CN" altLang="en-US" sz="4000" kern="1200" dirty="0"/>
        </a:p>
      </dsp:txBody>
      <dsp:txXfrm>
        <a:off x="3704613" y="2756347"/>
        <a:ext cx="3428105" cy="869055"/>
      </dsp:txXfrm>
    </dsp:sp>
    <dsp:sp modelId="{8A2299F7-DC64-4F1D-B598-2BE7D301DEFD}">
      <dsp:nvSpPr>
        <dsp:cNvPr id="0" name=""/>
        <dsp:cNvSpPr/>
      </dsp:nvSpPr>
      <dsp:spPr>
        <a:xfrm>
          <a:off x="3657599" y="3792802"/>
          <a:ext cx="3522133" cy="96308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800" kern="1200" dirty="0" smtClean="0"/>
            <a:t>设备</a:t>
          </a:r>
          <a:endParaRPr lang="zh-CN" altLang="en-US" sz="3800" kern="1200" dirty="0"/>
        </a:p>
      </dsp:txBody>
      <dsp:txXfrm>
        <a:off x="3704613" y="3839816"/>
        <a:ext cx="3428105" cy="8690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170B2-3614-479B-A7FF-53EC727D0136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6870DC-0143-4CE8-8469-16B4485375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719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7064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07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业务如人的衣食住行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868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用户分类如人的分群，用户分类与业务分类有强相关性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808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网络基础图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280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1EDAC-8000-4013-BF77-C58B61430F0D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4709-1990-4905-B7E9-9DADDB57FE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808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1EDAC-8000-4013-BF77-C58B61430F0D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4709-1990-4905-B7E9-9DADDB57FE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59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1EDAC-8000-4013-BF77-C58B61430F0D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4709-1990-4905-B7E9-9DADDB57FE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265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1EDAC-8000-4013-BF77-C58B61430F0D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4709-1990-4905-B7E9-9DADDB57FE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29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1EDAC-8000-4013-BF77-C58B61430F0D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4709-1990-4905-B7E9-9DADDB57FE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596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1EDAC-8000-4013-BF77-C58B61430F0D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4709-1990-4905-B7E9-9DADDB57FE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969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1EDAC-8000-4013-BF77-C58B61430F0D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4709-1990-4905-B7E9-9DADDB57FE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468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1EDAC-8000-4013-BF77-C58B61430F0D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4709-1990-4905-B7E9-9DADDB57FE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331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1EDAC-8000-4013-BF77-C58B61430F0D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4709-1990-4905-B7E9-9DADDB57FE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779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1EDAC-8000-4013-BF77-C58B61430F0D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4709-1990-4905-B7E9-9DADDB57FE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465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1EDAC-8000-4013-BF77-C58B61430F0D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4709-1990-4905-B7E9-9DADDB57FE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030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1159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1EDAC-8000-4013-BF77-C58B61430F0D}" type="datetimeFigureOut">
              <a:rPr lang="zh-CN" altLang="en-US" smtClean="0"/>
              <a:t>2017/12/26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44709-1990-4905-B7E9-9DADDB57FE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472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1973155" y="2317521"/>
            <a:ext cx="8770049" cy="1172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5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网络</a:t>
            </a:r>
            <a:r>
              <a:rPr lang="zh-CN" altLang="en-US" sz="5400" b="1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基础知识介绍</a:t>
            </a:r>
            <a:endParaRPr lang="zh-CN" altLang="en-US" sz="5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6079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893504951"/>
              </p:ext>
            </p:extLst>
          </p:nvPr>
        </p:nvGraphicFramePr>
        <p:xfrm>
          <a:off x="0" y="113071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579550" y="273016"/>
            <a:ext cx="870092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网络运维相关的</a:t>
            </a:r>
            <a:r>
              <a:rPr lang="en-US" altLang="zh-CN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大内容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右大括号 1"/>
          <p:cNvSpPr/>
          <p:nvPr/>
        </p:nvSpPr>
        <p:spPr>
          <a:xfrm>
            <a:off x="7440806" y="1724013"/>
            <a:ext cx="294468" cy="401406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161362" y="3407877"/>
            <a:ext cx="3304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围绕设备、网络、业务和用户开展工作</a:t>
            </a:r>
            <a:r>
              <a:rPr lang="zh-CN" altLang="en-US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人员（工作人员）</a:t>
            </a:r>
            <a:endParaRPr lang="zh-CN" altLang="en-US" dirty="0"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1516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 txBox="1">
            <a:spLocks/>
          </p:cNvSpPr>
          <p:nvPr/>
        </p:nvSpPr>
        <p:spPr>
          <a:xfrm>
            <a:off x="137145" y="119773"/>
            <a:ext cx="8336303" cy="67191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 设备</a:t>
            </a:r>
            <a:endParaRPr lang="zh-CN" altLang="en-US" dirty="0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585" y="1167869"/>
            <a:ext cx="7131315" cy="414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369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>
            <a:spLocks/>
          </p:cNvSpPr>
          <p:nvPr/>
        </p:nvSpPr>
        <p:spPr>
          <a:xfrm>
            <a:off x="734925" y="267766"/>
            <a:ext cx="8336303" cy="671910"/>
          </a:xfrm>
          <a:prstGeom prst="rect">
            <a:avLst/>
          </a:prstGeom>
        </p:spPr>
        <p:txBody>
          <a:bodyPr/>
          <a:lstStyle/>
          <a:p>
            <a: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网络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263"/>
            <a:ext cx="12207375" cy="410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900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268483" y="1063338"/>
            <a:ext cx="141632" cy="349702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spAutoFit/>
          </a:bodyPr>
          <a:lstStyle>
            <a:defPPr>
              <a:defRPr lang="zh-CN"/>
            </a:defPPr>
            <a:lvl1pPr algn="ctr">
              <a:defRPr>
                <a:gradFill flip="none" rotWithShape="1">
                  <a:gsLst>
                    <a:gs pos="0">
                      <a:srgbClr val="00B050">
                        <a:shade val="30000"/>
                        <a:satMod val="115000"/>
                      </a:srgbClr>
                    </a:gs>
                    <a:gs pos="50000">
                      <a:srgbClr val="00B050">
                        <a:shade val="67500"/>
                        <a:satMod val="115000"/>
                      </a:srgbClr>
                    </a:gs>
                    <a:gs pos="100000">
                      <a:srgbClr val="00B05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 </a:t>
            </a:r>
            <a:endParaRPr lang="en-US" altLang="zh-CN" dirty="0" smtClean="0"/>
          </a:p>
        </p:txBody>
      </p:sp>
      <p:sp>
        <p:nvSpPr>
          <p:cNvPr id="4" name="标题 2"/>
          <p:cNvSpPr txBox="1">
            <a:spLocks/>
          </p:cNvSpPr>
          <p:nvPr/>
        </p:nvSpPr>
        <p:spPr>
          <a:xfrm>
            <a:off x="734925" y="267766"/>
            <a:ext cx="8336303" cy="671910"/>
          </a:xfrm>
          <a:prstGeom prst="rect">
            <a:avLst/>
          </a:prstGeom>
        </p:spPr>
        <p:txBody>
          <a:bodyPr/>
          <a:lstStyle/>
          <a:p>
            <a: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业务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591" y="1733132"/>
            <a:ext cx="9666818" cy="339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129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>
            <a:spLocks/>
          </p:cNvSpPr>
          <p:nvPr/>
        </p:nvSpPr>
        <p:spPr>
          <a:xfrm>
            <a:off x="734925" y="267766"/>
            <a:ext cx="8336303" cy="543603"/>
          </a:xfrm>
          <a:prstGeom prst="rect">
            <a:avLst/>
          </a:prstGeom>
        </p:spPr>
        <p:txBody>
          <a:bodyPr/>
          <a:lstStyle/>
          <a:p>
            <a: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用户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600" y="1731600"/>
            <a:ext cx="9577899" cy="362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990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/>
          <p:cNvSpPr txBox="1">
            <a:spLocks/>
          </p:cNvSpPr>
          <p:nvPr/>
        </p:nvSpPr>
        <p:spPr>
          <a:xfrm>
            <a:off x="734925" y="267766"/>
            <a:ext cx="8336303" cy="671910"/>
          </a:xfrm>
          <a:prstGeom prst="rect">
            <a:avLst/>
          </a:prstGeom>
        </p:spPr>
        <p:txBody>
          <a:bodyPr/>
          <a:lstStyle/>
          <a:p>
            <a: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网络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50" y="723022"/>
            <a:ext cx="11777500" cy="638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058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36717" y="1419466"/>
            <a:ext cx="757080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综合线条：</a:t>
            </a:r>
            <a:endParaRPr lang="en-US" altLang="zh-CN" dirty="0" smtClean="0"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市场线条：</a:t>
            </a:r>
            <a:endParaRPr lang="en-US" altLang="zh-CN" dirty="0"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技术线条：</a:t>
            </a:r>
            <a:endParaRPr lang="en-US" altLang="zh-CN" dirty="0" smtClean="0"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）网络管理中心</a:t>
            </a:r>
            <a:r>
              <a:rPr lang="zh-CN" altLang="en-US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微软雅黑" pitchFamily="34" charset="-122"/>
                <a:ea typeface="微软雅黑" pitchFamily="34" charset="-122"/>
              </a:rPr>
              <a:t>：监控室、核心室、性能室、分析室；</a:t>
            </a:r>
            <a:endParaRPr lang="en-US" altLang="zh-CN" dirty="0" smtClean="0"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 smtClean="0"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97837" y="330653"/>
            <a:ext cx="2646878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工作人员介绍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9132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97837" y="330653"/>
            <a:ext cx="2236510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核心室介绍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50711" y="1390523"/>
            <a:ext cx="10749886" cy="37087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职责：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负责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珠海移动全业务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（共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大类业务）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业务质量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全业务的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核心设备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维护和管理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（无线接入设备、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域核心设备、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域核心设备、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城域网、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承载网、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CDN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网），保障网络运行稳定性和提升客户感知。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主要包括十项工作内容：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故障管理、网络规划、网络优化、投诉分析、性能分析、资源管理、汇报、通信保障、指标考核和技术支持。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  <a:spcBef>
                <a:spcPts val="600"/>
              </a:spcBef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班组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成员：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室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经理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：赵业祯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   员：聂敏泉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、张燕、徐晓颖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陈熙东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陈朝勇、林庆忠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136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1777</TotalTime>
  <Words>217</Words>
  <Application>Microsoft Office PowerPoint</Application>
  <PresentationFormat>宽屏</PresentationFormat>
  <Paragraphs>33</Paragraphs>
  <Slides>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宋体</vt:lpstr>
      <vt:lpstr>微软雅黑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张燕</dc:creator>
  <cp:lastModifiedBy>张燕</cp:lastModifiedBy>
  <cp:revision>15</cp:revision>
  <dcterms:created xsi:type="dcterms:W3CDTF">2017-12-25T01:46:01Z</dcterms:created>
  <dcterms:modified xsi:type="dcterms:W3CDTF">2017-12-26T07:45:49Z</dcterms:modified>
</cp:coreProperties>
</file>